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86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AI Onboarding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D"/>
                </a:solidFill>
              </a:defRPr>
            </a:pPr>
            <a:r>
              <a:t>Problem, demo flow, design, limitations &amp;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103120" cy="91440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2D37"/>
                </a:solidFill>
              </a:defRPr>
            </a:pPr>
            <a: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554480"/>
            <a:ext cx="2103120" cy="914400"/>
          </a:xfrm>
          <a:prstGeom prst="roundRect">
            <a:avLst/>
          </a:prstGeom>
          <a:solidFill>
            <a:srgbClr val="EBF8F6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2D37"/>
                </a:solidFill>
              </a:defRPr>
            </a:pPr>
            <a:r>
              <a:t>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554480"/>
            <a:ext cx="2103120" cy="914400"/>
          </a:xfrm>
          <a:prstGeom prst="roundRect">
            <a:avLst/>
          </a:prstGeom>
          <a:solidFill>
            <a:srgbClr val="FFF6E8"/>
          </a:solidFill>
          <a:ln>
            <a:solidFill>
              <a:srgbClr val="D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2D37"/>
                </a:solidFill>
              </a:defRPr>
            </a:pPr>
            <a:r>
              <a:t>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54480"/>
            <a:ext cx="2286000" cy="914400"/>
          </a:xfrm>
          <a:prstGeom prst="roundRect">
            <a:avLst/>
          </a:prstGeom>
          <a:solidFill>
            <a:srgbClr val="FCEFEF"/>
          </a:solidFill>
          <a:ln>
            <a:solidFill>
              <a:srgbClr val="C8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2D37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82D37"/>
                </a:solidFill>
              </a:defRPr>
            </a:pPr>
            <a:r>
              <a:t>RAG-based employee onboarding assistant</a:t>
            </a:r>
          </a:p>
          <a:p>
            <a:pPr>
              <a:spcAft>
                <a:spcPts val="1000"/>
              </a:spcAft>
              <a:defRPr sz="2000" b="0">
                <a:solidFill>
                  <a:srgbClr val="282D37"/>
                </a:solidFill>
              </a:defRPr>
            </a:pPr>
            <a:r>
              <a:t>Answers only from approved Markdown knowledge</a:t>
            </a:r>
          </a:p>
          <a:p>
            <a:pPr>
              <a:spcAft>
                <a:spcPts val="1000"/>
              </a:spcAft>
              <a:defRPr sz="2000" b="0">
                <a:solidFill>
                  <a:srgbClr val="282D37"/>
                </a:solidFill>
              </a:defRPr>
            </a:pPr>
            <a:r>
              <a:t>Routes information and account-access requests differently</a:t>
            </a:r>
          </a:p>
          <a:p>
            <a:pPr>
              <a:spcAft>
                <a:spcPts val="1000"/>
              </a:spcAft>
              <a:defRPr sz="2000" b="0">
                <a:solidFill>
                  <a:srgbClr val="282D37"/>
                </a:solidFill>
              </a:defRPr>
            </a:pPr>
            <a:r>
              <a:t>Approval gate protects action/tool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0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1. Problem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D"/>
                </a:solidFill>
              </a:defRPr>
            </a:pPr>
            <a:r>
              <a:t>What the assistant is designed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82D37"/>
                </a:solidFill>
              </a:defRPr>
            </a:pPr>
            <a:r>
              <a:t>Employees need quick answers to common onboarding questions.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82D37"/>
                </a:solidFill>
              </a:defRPr>
            </a:pPr>
            <a:r>
              <a:t>Answers should be grounded in approved company documents.</a:t>
            </a:r>
          </a:p>
          <a:p>
            <a:pPr>
              <a:spcAft>
                <a:spcPts val="1000"/>
              </a:spcAft>
              <a:defRPr sz="1700" b="0">
                <a:solidFill>
                  <a:srgbClr val="282D37"/>
                </a:solidFill>
              </a:defRPr>
            </a:pPr>
            <a:r>
              <a:t>The assistant must avoid hallucinating information outside the knowledge base.</a:t>
            </a:r>
          </a:p>
          <a:p>
            <a:pPr>
              <a:spcAft>
                <a:spcPts val="1000"/>
              </a:spcAft>
              <a:defRPr sz="1700" b="0">
                <a:solidFill>
                  <a:srgbClr val="282D37"/>
                </a:solidFill>
              </a:defRPr>
            </a:pPr>
            <a:r>
              <a:t>Access requests are actions, so they require explicit approval before the mock tool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234440"/>
            <a:ext cx="2240280" cy="594360"/>
          </a:xfrm>
          <a:prstGeom prst="roundRect">
            <a:avLst/>
          </a:prstGeom>
          <a:solidFill>
            <a:srgbClr val="EBF8F6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Demo 1: Supported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65960"/>
            <a:ext cx="475488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82D37"/>
                </a:solidFill>
              </a:defRPr>
            </a:pPr>
            <a:r>
              <a:t>“How do I set up my laptop?”</a:t>
            </a:r>
            <a:br/>
            <a:r>
              <a:t>→ Answer +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337560"/>
            <a:ext cx="2240280" cy="594360"/>
          </a:xfrm>
          <a:prstGeom prst="roundRect">
            <a:avLst/>
          </a:prstGeom>
          <a:solidFill>
            <a:srgbClr val="FFF6E8"/>
          </a:solidFill>
          <a:ln>
            <a:solidFill>
              <a:srgbClr val="D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Demo 2: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475488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82D37"/>
                </a:solidFill>
              </a:defRPr>
            </a:pPr>
            <a:r>
              <a:t>“I need VPN access.”</a:t>
            </a:r>
            <a:br/>
            <a:r>
              <a:t>→ Approval → Mock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2.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D"/>
                </a:solidFill>
              </a:defRPr>
            </a:pPr>
            <a:r>
              <a:t>LangGraph controls the workflow and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240280"/>
            <a:ext cx="1325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2402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RETRIEVE</a:t>
            </a:r>
            <a:br/>
            <a:r>
              <a:t>FAISS + 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2402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GROUNDING</a:t>
            </a:r>
            <a:br/>
            <a:r>
              <a:t>context?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240280"/>
            <a:ext cx="1325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CLASSIFY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417320"/>
            <a:ext cx="1325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7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063240"/>
            <a:ext cx="1325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3063240"/>
            <a:ext cx="1005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8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D37"/>
                </a:solidFill>
              </a:defRPr>
            </a:pPr>
            <a:r>
              <a:t>TOOL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624328"/>
            <a:ext cx="182880" cy="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54680" y="2624328"/>
            <a:ext cx="274320" cy="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2624328"/>
            <a:ext cx="320040" cy="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2624328"/>
            <a:ext cx="320040" cy="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412480" y="1810512"/>
            <a:ext cx="274320" cy="813816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12480" y="2624328"/>
            <a:ext cx="274320" cy="832104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12680" y="3456432"/>
            <a:ext cx="228600" cy="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0" y="4709160"/>
            <a:ext cx="2560320" cy="731520"/>
          </a:xfrm>
          <a:prstGeom prst="roundRect">
            <a:avLst/>
          </a:prstGeom>
          <a:solidFill>
            <a:srgbClr val="EEF1F6"/>
          </a:solidFill>
          <a:ln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FINAL → END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80760" y="2194560"/>
            <a:ext cx="3291840" cy="251460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86600" y="3886200"/>
            <a:ext cx="3657600" cy="822960"/>
          </a:xfrm>
          <a:prstGeom prst="line">
            <a:avLst/>
          </a:prstGeom>
          <a:ln w="25400">
            <a:solidFill>
              <a:srgbClr val="69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82D37"/>
                </a:solidFill>
              </a:defRPr>
            </a:pPr>
            <a:r>
              <a:t>Information → Generate → Final</a:t>
            </a:r>
          </a:p>
          <a:p>
            <a:pPr>
              <a:spcAft>
                <a:spcPts val="1000"/>
              </a:spcAft>
              <a:defRPr sz="1400" b="0">
                <a:solidFill>
                  <a:srgbClr val="282D37"/>
                </a:solidFill>
              </a:defRPr>
            </a:pPr>
            <a:r>
              <a:t>Unsupported → Final</a:t>
            </a:r>
          </a:p>
          <a:p>
            <a:pPr>
              <a:spcAft>
                <a:spcPts val="1000"/>
              </a:spcAft>
              <a:defRPr sz="1400" b="0">
                <a:solidFill>
                  <a:srgbClr val="282D37"/>
                </a:solidFill>
              </a:defRPr>
            </a:pPr>
            <a:r>
              <a:t>Account access → Approval → Tool only when 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3. Design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D"/>
                </a:solidFill>
              </a:defRPr>
            </a:pPr>
            <a:r>
              <a:t>Simple components with clear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417320" cy="59436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280160"/>
            <a:ext cx="38862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D37"/>
                </a:solidFill>
              </a:defRPr>
            </a:pPr>
            <a:r>
              <a:t>question, role, context,</a:t>
            </a:r>
            <a:br/>
            <a:r>
              <a:t>citations, query_type,</a:t>
            </a:r>
            <a:br/>
            <a:r>
              <a:t>answer, approval, tool_result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1417320" cy="59436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80160"/>
            <a:ext cx="38862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D37"/>
                </a:solidFill>
              </a:defRPr>
            </a:pPr>
            <a:r>
              <a:t>.md → chunks →</a:t>
            </a:r>
            <a:br/>
            <a:r>
              <a:t>MiniLM embeddings → FAISS →</a:t>
            </a:r>
            <a:br/>
            <a:r>
              <a:t>top-4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1417320" cy="59436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520440"/>
            <a:ext cx="38862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D37"/>
                </a:solidFill>
              </a:defRPr>
            </a:pPr>
            <a:r>
              <a:t>Validate • Retrieve • Grounding</a:t>
            </a:r>
            <a:br/>
            <a:r>
              <a:t>Classify • Generate • Approval</a:t>
            </a:r>
            <a:br/>
            <a:r>
              <a:t>Tool •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566160"/>
            <a:ext cx="1417320" cy="59436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520440"/>
            <a:ext cx="38862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D37"/>
                </a:solidFill>
              </a:defRPr>
            </a:pPr>
            <a:r>
              <a:t>Approved context only</a:t>
            </a:r>
            <a:br/>
            <a:r>
              <a:t>Explicit approval gate</a:t>
            </a:r>
            <a:br/>
            <a:r>
              <a:t>Mock action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D"/>
                </a:solidFill>
              </a:defRPr>
            </a:pPr>
            <a:r>
              <a:t>4. Limitations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D"/>
                </a:solidFill>
              </a:defRPr>
            </a:pPr>
            <a:r>
              <a:t>Current prototype → next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743200" cy="594360"/>
          </a:xfrm>
          <a:prstGeom prst="roundRect">
            <a:avLst/>
          </a:prstGeom>
          <a:solidFill>
            <a:srgbClr val="FCEFEF"/>
          </a:solidFill>
          <a:ln>
            <a:solidFill>
              <a:srgbClr val="C8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Current limitation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143000"/>
            <a:ext cx="2743200" cy="594360"/>
          </a:xfrm>
          <a:prstGeom prst="roundRect">
            <a:avLst/>
          </a:prstGeom>
          <a:solidFill>
            <a:srgbClr val="EBF8F6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Improvement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43000"/>
            <a:ext cx="2743200" cy="594360"/>
          </a:xfrm>
          <a:prstGeom prst="roundRect">
            <a:avLst/>
          </a:prstGeom>
          <a:solidFill>
            <a:srgbClr val="ECF3FC"/>
          </a:solidFill>
          <a:ln>
            <a:solidFill>
              <a:srgbClr val="2D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2D37"/>
                </a:solidFill>
              </a:defRPr>
            </a:pPr>
            <a:r>
              <a:t>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Grounding only checks if context exists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96596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Add semantic relevance / entailment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965960"/>
            <a:ext cx="4389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Prevents answers from irrelevant retrieved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Mock access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92608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Connect to a real approved IT workflow/API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926080"/>
            <a:ext cx="4389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Enables controlled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Approval supplied as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88620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Add an interactive approval step in the graph/UI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886200"/>
            <a:ext cx="4389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Approval becomes part of the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In-memory FAISS rebuild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846320"/>
            <a:ext cx="2743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Persist and update the vector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846320"/>
            <a:ext cx="4389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82D37"/>
                </a:solidFill>
              </a:defRPr>
            </a:pPr>
            <a:r>
              <a:t>Faster startup and scalable knowledge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82D37"/>
                </a:solidFill>
              </a:defRPr>
            </a:pPr>
            <a:r>
              <a:t>Goal: improve retrieval precision, grounding quality, operational safety, and scalability.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66EC0-E26C-5673-EF12-2AF95B166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9200" y="0"/>
            <a:ext cx="134112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0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356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Gurram Saritha</cp:lastModifiedBy>
  <cp:revision>2</cp:revision>
  <dcterms:created xsi:type="dcterms:W3CDTF">2013-01-27T09:14:16Z</dcterms:created>
  <dcterms:modified xsi:type="dcterms:W3CDTF">2026-08-11T09:10:57Z</dcterms:modified>
  <cp:category/>
</cp:coreProperties>
</file>